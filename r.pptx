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17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 INCIDENTES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Autorizador Débito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73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 em 20/07/2026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00984" y="10058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90488" y="10058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acompanhamento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79992" y="10058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65992" cy="42062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/ 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C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INC22090790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recebeu um reembolso da Booking, mas o valor não caiu em conta; a empresa confirma que efetuou o reembolso. Gerente acionou a Operação.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 do lançamento era obtida do DE 13, quando o correto é o DE 63.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aplicada: a data passou a ser obtida do DE 63.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C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INC22167113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nas autorizações de compra com cartão de débito (Mastercard e Visa) no dia 29/06.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ECS com degradação, provavelmente decorrente da manutenção do Kafka realizada na madrugada.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 aberto e restart da task ECS, normalizando as autorizações.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C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INC22208379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contatou a Operação Itaú informando falhas em transações de débito relacionadas ao Processador 514 e ao prefixo BIN 589916.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Advices enviados pela bandeira, em decorrência de manutenção realizada na Mastercard.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 aberto; acompanhamento junto à bandeira.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acompanhamento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C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INC22211804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aproximado de R$ 15 bilhões na conta 7307.255, indicando comportamento atípico na carga recebida da VIS002 — possível impacto nos lançamentos contábeis do débito Visa.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do VCX: o valor do interchange passou a ser tratado com 2 casas decimais, sendo que o correto são 6 casas decimais.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análise preliminar.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61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análise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Resolvido   </a:t>
            </a:r>
            <a:r>
              <a:rPr lang="en-US" sz="10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acompanhamento   </a:t>
            </a:r>
            <a:r>
              <a:rPr lang="en-US" sz="1000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análise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GABRIEL</cp:lastModifiedBy>
  <cp:revision>1</cp:revision>
  <dcterms:created xsi:type="dcterms:W3CDTF">2026-07-20T14:16:59Z</dcterms:created>
  <dcterms:modified xsi:type="dcterms:W3CDTF">2026-07-20T14:23:54Z</dcterms:modified>
</cp:coreProperties>
</file>